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FE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172"/>
    <p:restoredTop sz="95976"/>
  </p:normalViewPr>
  <p:slideViewPr>
    <p:cSldViewPr snapToGrid="0" snapToObjects="1">
      <p:cViewPr>
        <p:scale>
          <a:sx n="92" d="100"/>
          <a:sy n="92" d="100"/>
        </p:scale>
        <p:origin x="64" y="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2089-72E9-A248-9C58-9364FA92B6FF}" type="datetimeFigureOut">
              <a:rPr lang="it-IT" smtClean="0"/>
              <a:t>20/05/26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4C0C6-95BE-DB4B-856E-FF483053C6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9598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2089-72E9-A248-9C58-9364FA92B6FF}" type="datetimeFigureOut">
              <a:rPr lang="it-IT" smtClean="0"/>
              <a:t>20/05/26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4C0C6-95BE-DB4B-856E-FF483053C6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3345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2089-72E9-A248-9C58-9364FA92B6FF}" type="datetimeFigureOut">
              <a:rPr lang="it-IT" smtClean="0"/>
              <a:t>20/05/26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4C0C6-95BE-DB4B-856E-FF483053C6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0499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2089-72E9-A248-9C58-9364FA92B6FF}" type="datetimeFigureOut">
              <a:rPr lang="it-IT" smtClean="0"/>
              <a:t>20/05/26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4C0C6-95BE-DB4B-856E-FF483053C6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5504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2089-72E9-A248-9C58-9364FA92B6FF}" type="datetimeFigureOut">
              <a:rPr lang="it-IT" smtClean="0"/>
              <a:t>20/05/26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4C0C6-95BE-DB4B-856E-FF483053C6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32234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2089-72E9-A248-9C58-9364FA92B6FF}" type="datetimeFigureOut">
              <a:rPr lang="it-IT" smtClean="0"/>
              <a:t>20/05/26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4C0C6-95BE-DB4B-856E-FF483053C6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4941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2089-72E9-A248-9C58-9364FA92B6FF}" type="datetimeFigureOut">
              <a:rPr lang="it-IT" smtClean="0"/>
              <a:t>20/05/26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4C0C6-95BE-DB4B-856E-FF483053C6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8347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2089-72E9-A248-9C58-9364FA92B6FF}" type="datetimeFigureOut">
              <a:rPr lang="it-IT" smtClean="0"/>
              <a:t>20/05/26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4C0C6-95BE-DB4B-856E-FF483053C6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899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2089-72E9-A248-9C58-9364FA92B6FF}" type="datetimeFigureOut">
              <a:rPr lang="it-IT" smtClean="0"/>
              <a:t>20/05/26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4C0C6-95BE-DB4B-856E-FF483053C6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1879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2089-72E9-A248-9C58-9364FA92B6FF}" type="datetimeFigureOut">
              <a:rPr lang="it-IT" smtClean="0"/>
              <a:t>20/05/26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4C0C6-95BE-DB4B-856E-FF483053C6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9635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2089-72E9-A248-9C58-9364FA92B6FF}" type="datetimeFigureOut">
              <a:rPr lang="it-IT" smtClean="0"/>
              <a:t>20/05/26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4C0C6-95BE-DB4B-856E-FF483053C6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3106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32089-72E9-A248-9C58-9364FA92B6FF}" type="datetimeFigureOut">
              <a:rPr lang="it-IT" smtClean="0"/>
              <a:t>20/05/26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4C0C6-95BE-DB4B-856E-FF483053C6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6834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o 7">
            <a:extLst>
              <a:ext uri="{FF2B5EF4-FFF2-40B4-BE49-F238E27FC236}">
                <a16:creationId xmlns:a16="http://schemas.microsoft.com/office/drawing/2014/main" id="{B4F0D3CE-DCC8-FD6B-9583-E140ACB3FA23}"/>
              </a:ext>
            </a:extLst>
          </p:cNvPr>
          <p:cNvGrpSpPr/>
          <p:nvPr/>
        </p:nvGrpSpPr>
        <p:grpSpPr>
          <a:xfrm>
            <a:off x="843280" y="-1638300"/>
            <a:ext cx="7327900" cy="1397000"/>
            <a:chOff x="2432050" y="1333500"/>
            <a:chExt cx="7327900" cy="1397000"/>
          </a:xfrm>
        </p:grpSpPr>
        <p:pic>
          <p:nvPicPr>
            <p:cNvPr id="6" name="Immagine 5">
              <a:extLst>
                <a:ext uri="{FF2B5EF4-FFF2-40B4-BE49-F238E27FC236}">
                  <a16:creationId xmlns:a16="http://schemas.microsoft.com/office/drawing/2014/main" id="{90F9CBC2-4866-7E2F-98C1-94DFCE18B5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32050" y="1333500"/>
              <a:ext cx="3783220" cy="1397000"/>
            </a:xfrm>
            <a:prstGeom prst="rect">
              <a:avLst/>
            </a:prstGeom>
          </p:spPr>
        </p:pic>
        <p:pic>
          <p:nvPicPr>
            <p:cNvPr id="7" name="Immagine 6">
              <a:extLst>
                <a:ext uri="{FF2B5EF4-FFF2-40B4-BE49-F238E27FC236}">
                  <a16:creationId xmlns:a16="http://schemas.microsoft.com/office/drawing/2014/main" id="{25255E53-5245-C94A-7C10-069787810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0" y="1333500"/>
              <a:ext cx="3663950" cy="1397000"/>
            </a:xfrm>
            <a:prstGeom prst="rect">
              <a:avLst/>
            </a:prstGeom>
          </p:spPr>
        </p:pic>
      </p:grp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CED7D23D-6667-FCA6-3DBA-9CCC677EF41A}"/>
              </a:ext>
            </a:extLst>
          </p:cNvPr>
          <p:cNvGrpSpPr/>
          <p:nvPr/>
        </p:nvGrpSpPr>
        <p:grpSpPr>
          <a:xfrm>
            <a:off x="2439096" y="4005371"/>
            <a:ext cx="7313808" cy="1332658"/>
            <a:chOff x="2439096" y="4005371"/>
            <a:chExt cx="7313808" cy="1332658"/>
          </a:xfrm>
        </p:grpSpPr>
        <p:pic>
          <p:nvPicPr>
            <p:cNvPr id="10" name="Immagine 9">
              <a:extLst>
                <a:ext uri="{FF2B5EF4-FFF2-40B4-BE49-F238E27FC236}">
                  <a16:creationId xmlns:a16="http://schemas.microsoft.com/office/drawing/2014/main" id="{79B93714-C500-A224-4CD6-B17AF7A2B4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270" t="-5966" r="4449" b="5966"/>
            <a:stretch>
              <a:fillRect/>
            </a:stretch>
          </p:blipFill>
          <p:spPr>
            <a:xfrm>
              <a:off x="2439096" y="4005372"/>
              <a:ext cx="3656904" cy="1332657"/>
            </a:xfrm>
            <a:prstGeom prst="rect">
              <a:avLst/>
            </a:prstGeom>
          </p:spPr>
        </p:pic>
        <p:pic>
          <p:nvPicPr>
            <p:cNvPr id="12" name="Immagine 11">
              <a:extLst>
                <a:ext uri="{FF2B5EF4-FFF2-40B4-BE49-F238E27FC236}">
                  <a16:creationId xmlns:a16="http://schemas.microsoft.com/office/drawing/2014/main" id="{C69D32E8-C769-CEFE-AF43-2532812E5C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270" t="-5966" r="4449" b="5966"/>
            <a:stretch>
              <a:fillRect/>
            </a:stretch>
          </p:blipFill>
          <p:spPr>
            <a:xfrm>
              <a:off x="5906125" y="4005371"/>
              <a:ext cx="3846779" cy="1332657"/>
            </a:xfrm>
            <a:prstGeom prst="rect">
              <a:avLst/>
            </a:prstGeom>
          </p:spPr>
        </p:pic>
      </p:grpSp>
      <p:pic>
        <p:nvPicPr>
          <p:cNvPr id="14" name="Immagine 13">
            <a:extLst>
              <a:ext uri="{FF2B5EF4-FFF2-40B4-BE49-F238E27FC236}">
                <a16:creationId xmlns:a16="http://schemas.microsoft.com/office/drawing/2014/main" id="{E5D48D00-D651-D173-0EB4-68D4AADBCF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789"/>
          <a:stretch>
            <a:fillRect/>
          </a:stretch>
        </p:blipFill>
        <p:spPr>
          <a:xfrm>
            <a:off x="2446140" y="2923703"/>
            <a:ext cx="7313810" cy="1397000"/>
          </a:xfrm>
          <a:prstGeom prst="rect">
            <a:avLst/>
          </a:prstGeom>
        </p:spPr>
      </p:pic>
      <p:grpSp>
        <p:nvGrpSpPr>
          <p:cNvPr id="20" name="Gruppo 19">
            <a:extLst>
              <a:ext uri="{FF2B5EF4-FFF2-40B4-BE49-F238E27FC236}">
                <a16:creationId xmlns:a16="http://schemas.microsoft.com/office/drawing/2014/main" id="{19200A6B-8DAF-E07C-3BCC-7944A3189343}"/>
              </a:ext>
            </a:extLst>
          </p:cNvPr>
          <p:cNvGrpSpPr/>
          <p:nvPr/>
        </p:nvGrpSpPr>
        <p:grpSpPr>
          <a:xfrm>
            <a:off x="843280" y="-241300"/>
            <a:ext cx="7327900" cy="1397000"/>
            <a:chOff x="2432050" y="2730500"/>
            <a:chExt cx="7327900" cy="1397000"/>
          </a:xfrm>
        </p:grpSpPr>
        <p:pic>
          <p:nvPicPr>
            <p:cNvPr id="5" name="Immagine 4">
              <a:extLst>
                <a:ext uri="{FF2B5EF4-FFF2-40B4-BE49-F238E27FC236}">
                  <a16:creationId xmlns:a16="http://schemas.microsoft.com/office/drawing/2014/main" id="{33A99D19-CA4E-EF30-3BB5-371BE55E6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32050" y="2730500"/>
              <a:ext cx="7327900" cy="1397000"/>
            </a:xfrm>
            <a:prstGeom prst="rect">
              <a:avLst/>
            </a:prstGeom>
          </p:spPr>
        </p:pic>
        <p:sp>
          <p:nvSpPr>
            <p:cNvPr id="15" name="Triangolo 14">
              <a:extLst>
                <a:ext uri="{FF2B5EF4-FFF2-40B4-BE49-F238E27FC236}">
                  <a16:creationId xmlns:a16="http://schemas.microsoft.com/office/drawing/2014/main" id="{696C1180-F676-3DA0-8A46-1F8BC100F39B}"/>
                </a:ext>
              </a:extLst>
            </p:cNvPr>
            <p:cNvSpPr/>
            <p:nvPr/>
          </p:nvSpPr>
          <p:spPr>
            <a:xfrm rot="10800000">
              <a:off x="2847879" y="2894573"/>
              <a:ext cx="186647" cy="167409"/>
            </a:xfrm>
            <a:prstGeom prst="triangle">
              <a:avLst/>
            </a:prstGeom>
            <a:solidFill>
              <a:srgbClr val="13FE1C"/>
            </a:solidFill>
            <a:ln>
              <a:solidFill>
                <a:srgbClr val="13FE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6" name="Triangolo 15">
              <a:extLst>
                <a:ext uri="{FF2B5EF4-FFF2-40B4-BE49-F238E27FC236}">
                  <a16:creationId xmlns:a16="http://schemas.microsoft.com/office/drawing/2014/main" id="{C16AA6DF-8684-CBC7-BFED-DF1B3D0934B1}"/>
                </a:ext>
              </a:extLst>
            </p:cNvPr>
            <p:cNvSpPr/>
            <p:nvPr/>
          </p:nvSpPr>
          <p:spPr>
            <a:xfrm rot="10800000">
              <a:off x="4323660" y="2894574"/>
              <a:ext cx="186647" cy="167409"/>
            </a:xfrm>
            <a:prstGeom prst="triangle">
              <a:avLst/>
            </a:prstGeom>
            <a:solidFill>
              <a:srgbClr val="13FE1C"/>
            </a:solidFill>
            <a:ln>
              <a:solidFill>
                <a:srgbClr val="13FE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7" name="Triangolo 16">
              <a:extLst>
                <a:ext uri="{FF2B5EF4-FFF2-40B4-BE49-F238E27FC236}">
                  <a16:creationId xmlns:a16="http://schemas.microsoft.com/office/drawing/2014/main" id="{287BADDE-6761-47E8-9D0D-658DF39D6440}"/>
                </a:ext>
              </a:extLst>
            </p:cNvPr>
            <p:cNvSpPr/>
            <p:nvPr/>
          </p:nvSpPr>
          <p:spPr>
            <a:xfrm rot="10800000">
              <a:off x="5812801" y="2894574"/>
              <a:ext cx="186647" cy="167409"/>
            </a:xfrm>
            <a:prstGeom prst="triangle">
              <a:avLst/>
            </a:prstGeom>
            <a:solidFill>
              <a:srgbClr val="13FE1C"/>
            </a:solidFill>
            <a:ln>
              <a:solidFill>
                <a:srgbClr val="13FE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8" name="Triangolo 17">
              <a:extLst>
                <a:ext uri="{FF2B5EF4-FFF2-40B4-BE49-F238E27FC236}">
                  <a16:creationId xmlns:a16="http://schemas.microsoft.com/office/drawing/2014/main" id="{F83A86AE-E474-071E-7582-866BC09FB5DF}"/>
                </a:ext>
              </a:extLst>
            </p:cNvPr>
            <p:cNvSpPr/>
            <p:nvPr/>
          </p:nvSpPr>
          <p:spPr>
            <a:xfrm rot="10800000">
              <a:off x="7301942" y="2894573"/>
              <a:ext cx="186647" cy="167409"/>
            </a:xfrm>
            <a:prstGeom prst="triangle">
              <a:avLst/>
            </a:prstGeom>
            <a:solidFill>
              <a:srgbClr val="13FE1C"/>
            </a:solidFill>
            <a:ln>
              <a:solidFill>
                <a:srgbClr val="13FE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9" name="Triangolo 18">
              <a:extLst>
                <a:ext uri="{FF2B5EF4-FFF2-40B4-BE49-F238E27FC236}">
                  <a16:creationId xmlns:a16="http://schemas.microsoft.com/office/drawing/2014/main" id="{A6C91449-8E7E-AA32-D396-3C1C6A8A985E}"/>
                </a:ext>
              </a:extLst>
            </p:cNvPr>
            <p:cNvSpPr/>
            <p:nvPr/>
          </p:nvSpPr>
          <p:spPr>
            <a:xfrm rot="10800000">
              <a:off x="8791083" y="2894573"/>
              <a:ext cx="186647" cy="167409"/>
            </a:xfrm>
            <a:prstGeom prst="triangle">
              <a:avLst/>
            </a:prstGeom>
            <a:solidFill>
              <a:srgbClr val="13FE1C"/>
            </a:solidFill>
            <a:ln>
              <a:solidFill>
                <a:srgbClr val="13FE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29" name="Triangolo 28">
            <a:extLst>
              <a:ext uri="{FF2B5EF4-FFF2-40B4-BE49-F238E27FC236}">
                <a16:creationId xmlns:a16="http://schemas.microsoft.com/office/drawing/2014/main" id="{AF063932-27D5-DFAE-9917-138F68DFD654}"/>
              </a:ext>
            </a:extLst>
          </p:cNvPr>
          <p:cNvSpPr/>
          <p:nvPr/>
        </p:nvSpPr>
        <p:spPr>
          <a:xfrm rot="10800000">
            <a:off x="1019838" y="-1451829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Triangolo 29">
            <a:extLst>
              <a:ext uri="{FF2B5EF4-FFF2-40B4-BE49-F238E27FC236}">
                <a16:creationId xmlns:a16="http://schemas.microsoft.com/office/drawing/2014/main" id="{72570609-273E-59CA-9BB2-17EF22D943AC}"/>
              </a:ext>
            </a:extLst>
          </p:cNvPr>
          <p:cNvSpPr/>
          <p:nvPr/>
        </p:nvSpPr>
        <p:spPr>
          <a:xfrm rot="10800000">
            <a:off x="1767856" y="-1451828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Triangolo 30">
            <a:extLst>
              <a:ext uri="{FF2B5EF4-FFF2-40B4-BE49-F238E27FC236}">
                <a16:creationId xmlns:a16="http://schemas.microsoft.com/office/drawing/2014/main" id="{63A2154B-84FF-C04A-F6C1-301A1CCAD5A8}"/>
              </a:ext>
            </a:extLst>
          </p:cNvPr>
          <p:cNvSpPr/>
          <p:nvPr/>
        </p:nvSpPr>
        <p:spPr>
          <a:xfrm rot="10800000">
            <a:off x="2561826" y="-1451829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Triangolo 31">
            <a:extLst>
              <a:ext uri="{FF2B5EF4-FFF2-40B4-BE49-F238E27FC236}">
                <a16:creationId xmlns:a16="http://schemas.microsoft.com/office/drawing/2014/main" id="{2413D90E-E5A0-9DE0-E389-8087C7F21565}"/>
              </a:ext>
            </a:extLst>
          </p:cNvPr>
          <p:cNvSpPr/>
          <p:nvPr/>
        </p:nvSpPr>
        <p:spPr>
          <a:xfrm rot="10800000">
            <a:off x="3309844" y="-1451828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Triangolo 32">
            <a:extLst>
              <a:ext uri="{FF2B5EF4-FFF2-40B4-BE49-F238E27FC236}">
                <a16:creationId xmlns:a16="http://schemas.microsoft.com/office/drawing/2014/main" id="{C8DDE82F-7B71-C9E0-FA24-6AC11B531646}"/>
              </a:ext>
            </a:extLst>
          </p:cNvPr>
          <p:cNvSpPr/>
          <p:nvPr/>
        </p:nvSpPr>
        <p:spPr>
          <a:xfrm rot="10800000">
            <a:off x="4065844" y="-1451829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Triangolo 33">
            <a:extLst>
              <a:ext uri="{FF2B5EF4-FFF2-40B4-BE49-F238E27FC236}">
                <a16:creationId xmlns:a16="http://schemas.microsoft.com/office/drawing/2014/main" id="{F023A80C-1AD9-08DB-0577-7030C6897C93}"/>
              </a:ext>
            </a:extLst>
          </p:cNvPr>
          <p:cNvSpPr/>
          <p:nvPr/>
        </p:nvSpPr>
        <p:spPr>
          <a:xfrm rot="10800000">
            <a:off x="4683788" y="-1451830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Triangolo 34">
            <a:extLst>
              <a:ext uri="{FF2B5EF4-FFF2-40B4-BE49-F238E27FC236}">
                <a16:creationId xmlns:a16="http://schemas.microsoft.com/office/drawing/2014/main" id="{D6A168D3-F2B7-3B49-7894-E11FBFCBCA5C}"/>
              </a:ext>
            </a:extLst>
          </p:cNvPr>
          <p:cNvSpPr/>
          <p:nvPr/>
        </p:nvSpPr>
        <p:spPr>
          <a:xfrm rot="10800000">
            <a:off x="5419035" y="-1451831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Triangolo 35">
            <a:extLst>
              <a:ext uri="{FF2B5EF4-FFF2-40B4-BE49-F238E27FC236}">
                <a16:creationId xmlns:a16="http://schemas.microsoft.com/office/drawing/2014/main" id="{3E0AF9B9-B341-ABE4-02D4-A0A618F71538}"/>
              </a:ext>
            </a:extLst>
          </p:cNvPr>
          <p:cNvSpPr/>
          <p:nvPr/>
        </p:nvSpPr>
        <p:spPr>
          <a:xfrm rot="10800000">
            <a:off x="6167053" y="-1451830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Triangolo 36">
            <a:extLst>
              <a:ext uri="{FF2B5EF4-FFF2-40B4-BE49-F238E27FC236}">
                <a16:creationId xmlns:a16="http://schemas.microsoft.com/office/drawing/2014/main" id="{AEBB1C02-B587-1C4B-7825-7CFC16F90FA4}"/>
              </a:ext>
            </a:extLst>
          </p:cNvPr>
          <p:cNvSpPr/>
          <p:nvPr/>
        </p:nvSpPr>
        <p:spPr>
          <a:xfrm rot="10800000">
            <a:off x="6914399" y="-1451831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Triangolo 37">
            <a:extLst>
              <a:ext uri="{FF2B5EF4-FFF2-40B4-BE49-F238E27FC236}">
                <a16:creationId xmlns:a16="http://schemas.microsoft.com/office/drawing/2014/main" id="{A3AB92A6-C53C-533A-D1D2-5F31EC73D159}"/>
              </a:ext>
            </a:extLst>
          </p:cNvPr>
          <p:cNvSpPr/>
          <p:nvPr/>
        </p:nvSpPr>
        <p:spPr>
          <a:xfrm rot="10800000">
            <a:off x="7662417" y="-1451830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Triangolo 40">
            <a:extLst>
              <a:ext uri="{FF2B5EF4-FFF2-40B4-BE49-F238E27FC236}">
                <a16:creationId xmlns:a16="http://schemas.microsoft.com/office/drawing/2014/main" id="{6B8EDA40-8E49-8B99-3775-8FD5DB169321}"/>
              </a:ext>
            </a:extLst>
          </p:cNvPr>
          <p:cNvSpPr/>
          <p:nvPr/>
        </p:nvSpPr>
        <p:spPr>
          <a:xfrm rot="10800000">
            <a:off x="2984735" y="3049096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Triangolo 41">
            <a:extLst>
              <a:ext uri="{FF2B5EF4-FFF2-40B4-BE49-F238E27FC236}">
                <a16:creationId xmlns:a16="http://schemas.microsoft.com/office/drawing/2014/main" id="{E06CAB32-D8BA-599A-FB3D-342357484D8A}"/>
              </a:ext>
            </a:extLst>
          </p:cNvPr>
          <p:cNvSpPr/>
          <p:nvPr/>
        </p:nvSpPr>
        <p:spPr>
          <a:xfrm rot="10800000">
            <a:off x="4818557" y="3068897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Triangolo 42">
            <a:extLst>
              <a:ext uri="{FF2B5EF4-FFF2-40B4-BE49-F238E27FC236}">
                <a16:creationId xmlns:a16="http://schemas.microsoft.com/office/drawing/2014/main" id="{F09EC608-2093-BB0B-1B63-3A7C1B7B371C}"/>
              </a:ext>
            </a:extLst>
          </p:cNvPr>
          <p:cNvSpPr/>
          <p:nvPr/>
        </p:nvSpPr>
        <p:spPr>
          <a:xfrm rot="10800000">
            <a:off x="6628383" y="3067976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Triangolo 43">
            <a:extLst>
              <a:ext uri="{FF2B5EF4-FFF2-40B4-BE49-F238E27FC236}">
                <a16:creationId xmlns:a16="http://schemas.microsoft.com/office/drawing/2014/main" id="{F228D40A-44C9-2647-B3FE-9FF195E278B3}"/>
              </a:ext>
            </a:extLst>
          </p:cNvPr>
          <p:cNvSpPr/>
          <p:nvPr/>
        </p:nvSpPr>
        <p:spPr>
          <a:xfrm rot="10800000">
            <a:off x="8462205" y="3087777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6" name="Immagine 45">
            <a:extLst>
              <a:ext uri="{FF2B5EF4-FFF2-40B4-BE49-F238E27FC236}">
                <a16:creationId xmlns:a16="http://schemas.microsoft.com/office/drawing/2014/main" id="{CB7D8128-50F4-3E49-B665-2EFEBD96108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900"/>
          <a:stretch>
            <a:fillRect/>
          </a:stretch>
        </p:blipFill>
        <p:spPr>
          <a:xfrm>
            <a:off x="2433949" y="1324251"/>
            <a:ext cx="7313810" cy="1420585"/>
          </a:xfrm>
          <a:prstGeom prst="rect">
            <a:avLst/>
          </a:prstGeom>
        </p:spPr>
      </p:pic>
      <p:pic>
        <p:nvPicPr>
          <p:cNvPr id="48" name="Immagine 47">
            <a:extLst>
              <a:ext uri="{FF2B5EF4-FFF2-40B4-BE49-F238E27FC236}">
                <a16:creationId xmlns:a16="http://schemas.microsoft.com/office/drawing/2014/main" id="{0B41D9B2-A461-87BB-B5EB-EF8B337865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650" y="2260600"/>
            <a:ext cx="7772400" cy="1552792"/>
          </a:xfrm>
          <a:prstGeom prst="rect">
            <a:avLst/>
          </a:prstGeom>
        </p:spPr>
      </p:pic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94F6EA2D-9D36-7EFA-FD80-185CAD4A0E1F}"/>
              </a:ext>
            </a:extLst>
          </p:cNvPr>
          <p:cNvGraphicFramePr>
            <a:graphicFrameLocks noGrp="1"/>
          </p:cNvGraphicFramePr>
          <p:nvPr/>
        </p:nvGraphicFramePr>
        <p:xfrm>
          <a:off x="5405438" y="4251325"/>
          <a:ext cx="1384300" cy="241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4300">
                  <a:extLst>
                    <a:ext uri="{9D8B030D-6E8A-4147-A177-3AD203B41FA5}">
                      <a16:colId xmlns:a16="http://schemas.microsoft.com/office/drawing/2014/main" val="595912178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u="none" strike="noStrike" dirty="0">
                          <a:effectLst/>
                        </a:rPr>
                        <a:t> </a:t>
                      </a:r>
                      <a:endParaRPr lang="it-IT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92831588"/>
                  </a:ext>
                </a:extLst>
              </a:tr>
            </a:tbl>
          </a:graphicData>
        </a:graphic>
      </p:graphicFrame>
      <p:pic>
        <p:nvPicPr>
          <p:cNvPr id="3" name="Immagine 2">
            <a:extLst>
              <a:ext uri="{FF2B5EF4-FFF2-40B4-BE49-F238E27FC236}">
                <a16:creationId xmlns:a16="http://schemas.microsoft.com/office/drawing/2014/main" id="{8E37169B-83AD-EE4B-1B16-EAE92DA56B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7856" y="5967413"/>
            <a:ext cx="7772400" cy="1217612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FC89CA8D-C4B6-A7EB-487A-DFBD9C375C98}"/>
              </a:ext>
            </a:extLst>
          </p:cNvPr>
          <p:cNvSpPr/>
          <p:nvPr/>
        </p:nvSpPr>
        <p:spPr>
          <a:xfrm>
            <a:off x="1986915" y="6429375"/>
            <a:ext cx="200025" cy="571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DDD3125-A14C-081B-06D4-59A436712D3C}"/>
              </a:ext>
            </a:extLst>
          </p:cNvPr>
          <p:cNvSpPr/>
          <p:nvPr/>
        </p:nvSpPr>
        <p:spPr>
          <a:xfrm>
            <a:off x="2396495" y="6429375"/>
            <a:ext cx="200025" cy="571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8554F5A6-DE99-E41C-23F7-E6B71D332DDB}"/>
              </a:ext>
            </a:extLst>
          </p:cNvPr>
          <p:cNvSpPr/>
          <p:nvPr/>
        </p:nvSpPr>
        <p:spPr>
          <a:xfrm>
            <a:off x="2806919" y="6415088"/>
            <a:ext cx="200025" cy="571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12210AAC-7EFB-F7AC-07C0-4150D94B0F6D}"/>
              </a:ext>
            </a:extLst>
          </p:cNvPr>
          <p:cNvSpPr/>
          <p:nvPr/>
        </p:nvSpPr>
        <p:spPr>
          <a:xfrm>
            <a:off x="3216499" y="6415088"/>
            <a:ext cx="200025" cy="571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Rettangolo 38">
            <a:extLst>
              <a:ext uri="{FF2B5EF4-FFF2-40B4-BE49-F238E27FC236}">
                <a16:creationId xmlns:a16="http://schemas.microsoft.com/office/drawing/2014/main" id="{9D8AEADD-179B-ADD6-D1EB-4B052D297B3D}"/>
              </a:ext>
            </a:extLst>
          </p:cNvPr>
          <p:cNvSpPr/>
          <p:nvPr/>
        </p:nvSpPr>
        <p:spPr>
          <a:xfrm>
            <a:off x="3613985" y="6405563"/>
            <a:ext cx="200025" cy="571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44">
            <a:extLst>
              <a:ext uri="{FF2B5EF4-FFF2-40B4-BE49-F238E27FC236}">
                <a16:creationId xmlns:a16="http://schemas.microsoft.com/office/drawing/2014/main" id="{FD2A5AF1-62C2-DBE1-9C69-7EE4C29579BF}"/>
              </a:ext>
            </a:extLst>
          </p:cNvPr>
          <p:cNvSpPr/>
          <p:nvPr/>
        </p:nvSpPr>
        <p:spPr>
          <a:xfrm>
            <a:off x="4023565" y="6405563"/>
            <a:ext cx="200025" cy="571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9" name="Rettangolo 48">
            <a:extLst>
              <a:ext uri="{FF2B5EF4-FFF2-40B4-BE49-F238E27FC236}">
                <a16:creationId xmlns:a16="http://schemas.microsoft.com/office/drawing/2014/main" id="{26D9F17A-37F3-DF3C-ABB5-4232501DC5B4}"/>
              </a:ext>
            </a:extLst>
          </p:cNvPr>
          <p:cNvSpPr/>
          <p:nvPr/>
        </p:nvSpPr>
        <p:spPr>
          <a:xfrm>
            <a:off x="4433989" y="6391276"/>
            <a:ext cx="200025" cy="571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2109CF80-71EA-435C-9D08-4BB67B818A0B}"/>
              </a:ext>
            </a:extLst>
          </p:cNvPr>
          <p:cNvSpPr/>
          <p:nvPr/>
        </p:nvSpPr>
        <p:spPr>
          <a:xfrm>
            <a:off x="4843569" y="6391276"/>
            <a:ext cx="200025" cy="571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3" name="Rettangolo 52">
            <a:extLst>
              <a:ext uri="{FF2B5EF4-FFF2-40B4-BE49-F238E27FC236}">
                <a16:creationId xmlns:a16="http://schemas.microsoft.com/office/drawing/2014/main" id="{8FD70661-F613-A037-FBC7-A65344FF1077}"/>
              </a:ext>
            </a:extLst>
          </p:cNvPr>
          <p:cNvSpPr/>
          <p:nvPr/>
        </p:nvSpPr>
        <p:spPr>
          <a:xfrm>
            <a:off x="5227690" y="6405563"/>
            <a:ext cx="200025" cy="571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6" name="Rettangolo 55">
            <a:extLst>
              <a:ext uri="{FF2B5EF4-FFF2-40B4-BE49-F238E27FC236}">
                <a16:creationId xmlns:a16="http://schemas.microsoft.com/office/drawing/2014/main" id="{A5B6E0E6-1A88-976F-011F-4C20DA666AC5}"/>
              </a:ext>
            </a:extLst>
          </p:cNvPr>
          <p:cNvSpPr/>
          <p:nvPr/>
        </p:nvSpPr>
        <p:spPr>
          <a:xfrm>
            <a:off x="5637270" y="6405563"/>
            <a:ext cx="200025" cy="571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8" name="Rettangolo 57">
            <a:extLst>
              <a:ext uri="{FF2B5EF4-FFF2-40B4-BE49-F238E27FC236}">
                <a16:creationId xmlns:a16="http://schemas.microsoft.com/office/drawing/2014/main" id="{BD1F2307-9A54-4315-5317-A00B307868A2}"/>
              </a:ext>
            </a:extLst>
          </p:cNvPr>
          <p:cNvSpPr/>
          <p:nvPr/>
        </p:nvSpPr>
        <p:spPr>
          <a:xfrm>
            <a:off x="6047694" y="6391276"/>
            <a:ext cx="200025" cy="571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0" name="Rettangolo 59">
            <a:extLst>
              <a:ext uri="{FF2B5EF4-FFF2-40B4-BE49-F238E27FC236}">
                <a16:creationId xmlns:a16="http://schemas.microsoft.com/office/drawing/2014/main" id="{F7F24F15-6358-A102-4983-4A22415E6FEB}"/>
              </a:ext>
            </a:extLst>
          </p:cNvPr>
          <p:cNvSpPr/>
          <p:nvPr/>
        </p:nvSpPr>
        <p:spPr>
          <a:xfrm>
            <a:off x="6457274" y="6391276"/>
            <a:ext cx="200025" cy="571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2" name="Rettangolo 61">
            <a:extLst>
              <a:ext uri="{FF2B5EF4-FFF2-40B4-BE49-F238E27FC236}">
                <a16:creationId xmlns:a16="http://schemas.microsoft.com/office/drawing/2014/main" id="{415BBC74-35FF-97C7-48F2-59D2E2D7B7E8}"/>
              </a:ext>
            </a:extLst>
          </p:cNvPr>
          <p:cNvSpPr/>
          <p:nvPr/>
        </p:nvSpPr>
        <p:spPr>
          <a:xfrm>
            <a:off x="6854760" y="6381751"/>
            <a:ext cx="200025" cy="571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4" name="Rettangolo 63">
            <a:extLst>
              <a:ext uri="{FF2B5EF4-FFF2-40B4-BE49-F238E27FC236}">
                <a16:creationId xmlns:a16="http://schemas.microsoft.com/office/drawing/2014/main" id="{D1AE5DA5-C8A0-151F-4CD7-47DABA7D19C9}"/>
              </a:ext>
            </a:extLst>
          </p:cNvPr>
          <p:cNvSpPr/>
          <p:nvPr/>
        </p:nvSpPr>
        <p:spPr>
          <a:xfrm>
            <a:off x="7264340" y="6381751"/>
            <a:ext cx="200025" cy="571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6" name="Rettangolo 65">
            <a:extLst>
              <a:ext uri="{FF2B5EF4-FFF2-40B4-BE49-F238E27FC236}">
                <a16:creationId xmlns:a16="http://schemas.microsoft.com/office/drawing/2014/main" id="{3A8D34DE-2491-7F44-CBC7-7AD7543D5CBC}"/>
              </a:ext>
            </a:extLst>
          </p:cNvPr>
          <p:cNvSpPr/>
          <p:nvPr/>
        </p:nvSpPr>
        <p:spPr>
          <a:xfrm>
            <a:off x="7674764" y="6367464"/>
            <a:ext cx="200025" cy="571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8" name="Rettangolo 67">
            <a:extLst>
              <a:ext uri="{FF2B5EF4-FFF2-40B4-BE49-F238E27FC236}">
                <a16:creationId xmlns:a16="http://schemas.microsoft.com/office/drawing/2014/main" id="{D2D5F10E-F084-6F17-7601-2BAF77AA4729}"/>
              </a:ext>
            </a:extLst>
          </p:cNvPr>
          <p:cNvSpPr/>
          <p:nvPr/>
        </p:nvSpPr>
        <p:spPr>
          <a:xfrm>
            <a:off x="8084344" y="6367464"/>
            <a:ext cx="200025" cy="571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0" name="Rettangolo 69">
            <a:extLst>
              <a:ext uri="{FF2B5EF4-FFF2-40B4-BE49-F238E27FC236}">
                <a16:creationId xmlns:a16="http://schemas.microsoft.com/office/drawing/2014/main" id="{DF21B5FF-4213-144E-E352-1DC0C25F4AA1}"/>
              </a:ext>
            </a:extLst>
          </p:cNvPr>
          <p:cNvSpPr/>
          <p:nvPr/>
        </p:nvSpPr>
        <p:spPr>
          <a:xfrm>
            <a:off x="8504298" y="6460549"/>
            <a:ext cx="200025" cy="571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3" name="Rettangolo 72">
            <a:extLst>
              <a:ext uri="{FF2B5EF4-FFF2-40B4-BE49-F238E27FC236}">
                <a16:creationId xmlns:a16="http://schemas.microsoft.com/office/drawing/2014/main" id="{ED002BCE-9297-C066-ABC9-3F06379F8DBC}"/>
              </a:ext>
            </a:extLst>
          </p:cNvPr>
          <p:cNvSpPr/>
          <p:nvPr/>
        </p:nvSpPr>
        <p:spPr>
          <a:xfrm>
            <a:off x="8913878" y="6460549"/>
            <a:ext cx="200025" cy="571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89732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622C5C-F286-D2B6-FB46-F6C6713C76F4}"/>
              </a:ext>
            </a:extLst>
          </p:cNvPr>
          <p:cNvSpPr/>
          <p:nvPr/>
        </p:nvSpPr>
        <p:spPr>
          <a:xfrm>
            <a:off x="692331" y="313509"/>
            <a:ext cx="7772219" cy="41801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616C6861-992A-2111-BFF1-BFC9F56197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1429"/>
          <a:stretch>
            <a:fillRect/>
          </a:stretch>
        </p:blipFill>
        <p:spPr>
          <a:xfrm>
            <a:off x="692150" y="546101"/>
            <a:ext cx="7772400" cy="135890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EC5BA0C9-423F-3FDC-E57A-2044BA74A0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854"/>
          <a:stretch>
            <a:fillRect/>
          </a:stretch>
        </p:blipFill>
        <p:spPr>
          <a:xfrm>
            <a:off x="1230508" y="1695083"/>
            <a:ext cx="7772400" cy="885019"/>
          </a:xfrm>
          <a:prstGeom prst="rect">
            <a:avLst/>
          </a:prstGeom>
        </p:spPr>
      </p:pic>
      <p:sp>
        <p:nvSpPr>
          <p:cNvPr id="7" name="Triangolo 6">
            <a:extLst>
              <a:ext uri="{FF2B5EF4-FFF2-40B4-BE49-F238E27FC236}">
                <a16:creationId xmlns:a16="http://schemas.microsoft.com/office/drawing/2014/main" id="{BAA046F6-5A0E-6007-FB5C-7E8784D27C07}"/>
              </a:ext>
            </a:extLst>
          </p:cNvPr>
          <p:cNvSpPr/>
          <p:nvPr/>
        </p:nvSpPr>
        <p:spPr>
          <a:xfrm rot="10800000">
            <a:off x="1043861" y="411060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Triangolo 7">
            <a:extLst>
              <a:ext uri="{FF2B5EF4-FFF2-40B4-BE49-F238E27FC236}">
                <a16:creationId xmlns:a16="http://schemas.microsoft.com/office/drawing/2014/main" id="{4E6A0189-6E2D-467A-3F34-124E4EE93CE4}"/>
              </a:ext>
            </a:extLst>
          </p:cNvPr>
          <p:cNvSpPr/>
          <p:nvPr/>
        </p:nvSpPr>
        <p:spPr>
          <a:xfrm rot="10800000">
            <a:off x="1706059" y="411059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Triangolo 8">
            <a:extLst>
              <a:ext uri="{FF2B5EF4-FFF2-40B4-BE49-F238E27FC236}">
                <a16:creationId xmlns:a16="http://schemas.microsoft.com/office/drawing/2014/main" id="{18A63673-D59C-780E-18DF-AAE78C9C2C26}"/>
              </a:ext>
            </a:extLst>
          </p:cNvPr>
          <p:cNvSpPr/>
          <p:nvPr/>
        </p:nvSpPr>
        <p:spPr>
          <a:xfrm rot="10800000">
            <a:off x="2368257" y="411060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Triangolo 9">
            <a:extLst>
              <a:ext uri="{FF2B5EF4-FFF2-40B4-BE49-F238E27FC236}">
                <a16:creationId xmlns:a16="http://schemas.microsoft.com/office/drawing/2014/main" id="{19150E5D-11C3-8F9D-83A9-0895AE22D78A}"/>
              </a:ext>
            </a:extLst>
          </p:cNvPr>
          <p:cNvSpPr/>
          <p:nvPr/>
        </p:nvSpPr>
        <p:spPr>
          <a:xfrm rot="10800000">
            <a:off x="3030455" y="411059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Triangolo 10">
            <a:extLst>
              <a:ext uri="{FF2B5EF4-FFF2-40B4-BE49-F238E27FC236}">
                <a16:creationId xmlns:a16="http://schemas.microsoft.com/office/drawing/2014/main" id="{722BB3CF-8A95-3A99-32D0-B85E2A784CE2}"/>
              </a:ext>
            </a:extLst>
          </p:cNvPr>
          <p:cNvSpPr/>
          <p:nvPr/>
        </p:nvSpPr>
        <p:spPr>
          <a:xfrm rot="10800000">
            <a:off x="3692653" y="411060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Triangolo 11">
            <a:extLst>
              <a:ext uri="{FF2B5EF4-FFF2-40B4-BE49-F238E27FC236}">
                <a16:creationId xmlns:a16="http://schemas.microsoft.com/office/drawing/2014/main" id="{26707C1E-7F72-B52C-1FC2-6DD3C59593A9}"/>
              </a:ext>
            </a:extLst>
          </p:cNvPr>
          <p:cNvSpPr/>
          <p:nvPr/>
        </p:nvSpPr>
        <p:spPr>
          <a:xfrm rot="10800000">
            <a:off x="4354851" y="411059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Triangolo 12">
            <a:extLst>
              <a:ext uri="{FF2B5EF4-FFF2-40B4-BE49-F238E27FC236}">
                <a16:creationId xmlns:a16="http://schemas.microsoft.com/office/drawing/2014/main" id="{E3B23010-6BEC-F694-ECE4-4C4C5884BB64}"/>
              </a:ext>
            </a:extLst>
          </p:cNvPr>
          <p:cNvSpPr/>
          <p:nvPr/>
        </p:nvSpPr>
        <p:spPr>
          <a:xfrm rot="10800000">
            <a:off x="5017049" y="411060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Triangolo 13">
            <a:extLst>
              <a:ext uri="{FF2B5EF4-FFF2-40B4-BE49-F238E27FC236}">
                <a16:creationId xmlns:a16="http://schemas.microsoft.com/office/drawing/2014/main" id="{FBF01CE3-F208-CD80-9804-54AEE9E634DB}"/>
              </a:ext>
            </a:extLst>
          </p:cNvPr>
          <p:cNvSpPr/>
          <p:nvPr/>
        </p:nvSpPr>
        <p:spPr>
          <a:xfrm rot="10800000">
            <a:off x="5679247" y="411059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Triangolo 14">
            <a:extLst>
              <a:ext uri="{FF2B5EF4-FFF2-40B4-BE49-F238E27FC236}">
                <a16:creationId xmlns:a16="http://schemas.microsoft.com/office/drawing/2014/main" id="{4E433E52-EDAC-E409-7E61-A77ABEEA81C6}"/>
              </a:ext>
            </a:extLst>
          </p:cNvPr>
          <p:cNvSpPr/>
          <p:nvPr/>
        </p:nvSpPr>
        <p:spPr>
          <a:xfrm rot="10800000">
            <a:off x="6341445" y="411060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Triangolo 15">
            <a:extLst>
              <a:ext uri="{FF2B5EF4-FFF2-40B4-BE49-F238E27FC236}">
                <a16:creationId xmlns:a16="http://schemas.microsoft.com/office/drawing/2014/main" id="{E0906190-EA0B-AE00-F7AC-49F1DE9A560F}"/>
              </a:ext>
            </a:extLst>
          </p:cNvPr>
          <p:cNvSpPr/>
          <p:nvPr/>
        </p:nvSpPr>
        <p:spPr>
          <a:xfrm rot="10800000">
            <a:off x="7003643" y="411059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Triangolo 16">
            <a:extLst>
              <a:ext uri="{FF2B5EF4-FFF2-40B4-BE49-F238E27FC236}">
                <a16:creationId xmlns:a16="http://schemas.microsoft.com/office/drawing/2014/main" id="{2E44DAA5-4105-14E8-8E42-0DF26D4765C1}"/>
              </a:ext>
            </a:extLst>
          </p:cNvPr>
          <p:cNvSpPr/>
          <p:nvPr/>
        </p:nvSpPr>
        <p:spPr>
          <a:xfrm rot="10800000">
            <a:off x="7665841" y="411060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6" name="Immagine 25">
            <a:extLst>
              <a:ext uri="{FF2B5EF4-FFF2-40B4-BE49-F238E27FC236}">
                <a16:creationId xmlns:a16="http://schemas.microsoft.com/office/drawing/2014/main" id="{579DF670-3970-3E2F-2F82-631C7A60CB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3251"/>
          <a:stretch>
            <a:fillRect/>
          </a:stretch>
        </p:blipFill>
        <p:spPr>
          <a:xfrm>
            <a:off x="692150" y="3543665"/>
            <a:ext cx="7772400" cy="1213865"/>
          </a:xfrm>
          <a:prstGeom prst="rect">
            <a:avLst/>
          </a:prstGeom>
        </p:spPr>
      </p:pic>
      <p:pic>
        <p:nvPicPr>
          <p:cNvPr id="27" name="Immagine 26">
            <a:extLst>
              <a:ext uri="{FF2B5EF4-FFF2-40B4-BE49-F238E27FC236}">
                <a16:creationId xmlns:a16="http://schemas.microsoft.com/office/drawing/2014/main" id="{70EFCA5E-1FB8-B9FB-397C-AE250807F0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251"/>
          <a:stretch>
            <a:fillRect/>
          </a:stretch>
        </p:blipFill>
        <p:spPr>
          <a:xfrm>
            <a:off x="692150" y="4926349"/>
            <a:ext cx="7772400" cy="1213865"/>
          </a:xfrm>
          <a:prstGeom prst="rect">
            <a:avLst/>
          </a:prstGeom>
        </p:spPr>
      </p:pic>
      <p:sp>
        <p:nvSpPr>
          <p:cNvPr id="28" name="Rettangolo 27">
            <a:extLst>
              <a:ext uri="{FF2B5EF4-FFF2-40B4-BE49-F238E27FC236}">
                <a16:creationId xmlns:a16="http://schemas.microsoft.com/office/drawing/2014/main" id="{7181F619-2967-DC8D-ECF7-B91F8F70D329}"/>
              </a:ext>
            </a:extLst>
          </p:cNvPr>
          <p:cNvSpPr/>
          <p:nvPr/>
        </p:nvSpPr>
        <p:spPr>
          <a:xfrm>
            <a:off x="705402" y="3311073"/>
            <a:ext cx="7759148" cy="4180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Triangolo 28">
            <a:extLst>
              <a:ext uri="{FF2B5EF4-FFF2-40B4-BE49-F238E27FC236}">
                <a16:creationId xmlns:a16="http://schemas.microsoft.com/office/drawing/2014/main" id="{34BE353E-E9FE-40A6-C25F-F12AF61DC369}"/>
              </a:ext>
            </a:extLst>
          </p:cNvPr>
          <p:cNvSpPr/>
          <p:nvPr/>
        </p:nvSpPr>
        <p:spPr>
          <a:xfrm rot="10800000">
            <a:off x="1043861" y="3493645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Triangolo 29">
            <a:extLst>
              <a:ext uri="{FF2B5EF4-FFF2-40B4-BE49-F238E27FC236}">
                <a16:creationId xmlns:a16="http://schemas.microsoft.com/office/drawing/2014/main" id="{E7C2C933-A24B-A45C-8E9D-B55450E0E4C4}"/>
              </a:ext>
            </a:extLst>
          </p:cNvPr>
          <p:cNvSpPr/>
          <p:nvPr/>
        </p:nvSpPr>
        <p:spPr>
          <a:xfrm rot="10800000">
            <a:off x="3539874" y="3493644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Triangolo 30">
            <a:extLst>
              <a:ext uri="{FF2B5EF4-FFF2-40B4-BE49-F238E27FC236}">
                <a16:creationId xmlns:a16="http://schemas.microsoft.com/office/drawing/2014/main" id="{CD979FB1-21FD-7F56-640A-6739F2F740EC}"/>
              </a:ext>
            </a:extLst>
          </p:cNvPr>
          <p:cNvSpPr/>
          <p:nvPr/>
        </p:nvSpPr>
        <p:spPr>
          <a:xfrm rot="10800000">
            <a:off x="6248121" y="3459960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6080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F2DBEF9E-FCCE-3018-7555-5D3353FDE1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8167"/>
          <a:stretch>
            <a:fillRect/>
          </a:stretch>
        </p:blipFill>
        <p:spPr>
          <a:xfrm>
            <a:off x="819150" y="1422401"/>
            <a:ext cx="7772400" cy="1236394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A4A7E40E-4DB0-62EE-F9ED-D026935DC3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8167"/>
          <a:stretch>
            <a:fillRect/>
          </a:stretch>
        </p:blipFill>
        <p:spPr>
          <a:xfrm>
            <a:off x="957482" y="3429000"/>
            <a:ext cx="7772400" cy="1236394"/>
          </a:xfrm>
          <a:prstGeom prst="rect">
            <a:avLst/>
          </a:prstGeom>
        </p:spPr>
      </p:pic>
      <p:sp>
        <p:nvSpPr>
          <p:cNvPr id="9" name="Triangolo 8">
            <a:extLst>
              <a:ext uri="{FF2B5EF4-FFF2-40B4-BE49-F238E27FC236}">
                <a16:creationId xmlns:a16="http://schemas.microsoft.com/office/drawing/2014/main" id="{9FDEC9AA-0F7C-CED4-731E-38EEF8C1AEF2}"/>
              </a:ext>
            </a:extLst>
          </p:cNvPr>
          <p:cNvSpPr/>
          <p:nvPr/>
        </p:nvSpPr>
        <p:spPr>
          <a:xfrm rot="10800000">
            <a:off x="1436011" y="3458736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Triangolo 9">
            <a:extLst>
              <a:ext uri="{FF2B5EF4-FFF2-40B4-BE49-F238E27FC236}">
                <a16:creationId xmlns:a16="http://schemas.microsoft.com/office/drawing/2014/main" id="{FB1020AB-4893-F62D-76DA-D166ACFF0C43}"/>
              </a:ext>
            </a:extLst>
          </p:cNvPr>
          <p:cNvSpPr/>
          <p:nvPr/>
        </p:nvSpPr>
        <p:spPr>
          <a:xfrm rot="10800000">
            <a:off x="2971162" y="3458735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Triangolo 10">
            <a:extLst>
              <a:ext uri="{FF2B5EF4-FFF2-40B4-BE49-F238E27FC236}">
                <a16:creationId xmlns:a16="http://schemas.microsoft.com/office/drawing/2014/main" id="{A68DEDB9-7292-4296-9CBE-9E103E186584}"/>
              </a:ext>
            </a:extLst>
          </p:cNvPr>
          <p:cNvSpPr/>
          <p:nvPr/>
        </p:nvSpPr>
        <p:spPr>
          <a:xfrm rot="10800000">
            <a:off x="4506312" y="3458736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Triangolo 12">
            <a:extLst>
              <a:ext uri="{FF2B5EF4-FFF2-40B4-BE49-F238E27FC236}">
                <a16:creationId xmlns:a16="http://schemas.microsoft.com/office/drawing/2014/main" id="{4AEA85E5-3C1E-A9BA-6101-85677C791A65}"/>
              </a:ext>
            </a:extLst>
          </p:cNvPr>
          <p:cNvSpPr/>
          <p:nvPr/>
        </p:nvSpPr>
        <p:spPr>
          <a:xfrm rot="10800000">
            <a:off x="6041462" y="3458737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Triangolo 13">
            <a:extLst>
              <a:ext uri="{FF2B5EF4-FFF2-40B4-BE49-F238E27FC236}">
                <a16:creationId xmlns:a16="http://schemas.microsoft.com/office/drawing/2014/main" id="{2BA46F5C-3621-D95B-BA72-342BE76E25AC}"/>
              </a:ext>
            </a:extLst>
          </p:cNvPr>
          <p:cNvSpPr/>
          <p:nvPr/>
        </p:nvSpPr>
        <p:spPr>
          <a:xfrm rot="10800000">
            <a:off x="7517141" y="3458736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0363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egnaposto contenuto 4">
            <a:extLst>
              <a:ext uri="{FF2B5EF4-FFF2-40B4-BE49-F238E27FC236}">
                <a16:creationId xmlns:a16="http://schemas.microsoft.com/office/drawing/2014/main" id="{306B40EA-1CBA-4B7C-B4FE-6957F7DAEA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147" b="51973"/>
          <a:stretch>
            <a:fillRect/>
          </a:stretch>
        </p:blipFill>
        <p:spPr>
          <a:xfrm>
            <a:off x="1030706" y="826051"/>
            <a:ext cx="10394940" cy="1836467"/>
          </a:xfrm>
          <a:prstGeom prst="rect">
            <a:avLst/>
          </a:prstGeom>
        </p:spPr>
      </p:pic>
      <p:pic>
        <p:nvPicPr>
          <p:cNvPr id="9" name="Segnaposto contenuto 4">
            <a:extLst>
              <a:ext uri="{FF2B5EF4-FFF2-40B4-BE49-F238E27FC236}">
                <a16:creationId xmlns:a16="http://schemas.microsoft.com/office/drawing/2014/main" id="{8714A53B-C818-3C9B-7825-008F19EB6C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078"/>
          <a:stretch>
            <a:fillRect/>
          </a:stretch>
        </p:blipFill>
        <p:spPr>
          <a:xfrm>
            <a:off x="1680465" y="1028479"/>
            <a:ext cx="10515600" cy="1717738"/>
          </a:xfrm>
          <a:prstGeom prst="rect">
            <a:avLst/>
          </a:prstGeom>
        </p:spPr>
      </p:pic>
      <p:sp>
        <p:nvSpPr>
          <p:cNvPr id="11" name="Triangolo 10">
            <a:extLst>
              <a:ext uri="{FF2B5EF4-FFF2-40B4-BE49-F238E27FC236}">
                <a16:creationId xmlns:a16="http://schemas.microsoft.com/office/drawing/2014/main" id="{6A73E3C3-6EC8-EF47-4AA6-71DB7C8899E6}"/>
              </a:ext>
            </a:extLst>
          </p:cNvPr>
          <p:cNvSpPr/>
          <p:nvPr/>
        </p:nvSpPr>
        <p:spPr>
          <a:xfrm rot="10800000">
            <a:off x="1547696" y="944779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Triangolo 11">
            <a:extLst>
              <a:ext uri="{FF2B5EF4-FFF2-40B4-BE49-F238E27FC236}">
                <a16:creationId xmlns:a16="http://schemas.microsoft.com/office/drawing/2014/main" id="{01FA1A3A-9DAB-2275-3DB4-ABE9A5281319}"/>
              </a:ext>
            </a:extLst>
          </p:cNvPr>
          <p:cNvSpPr/>
          <p:nvPr/>
        </p:nvSpPr>
        <p:spPr>
          <a:xfrm rot="10800000">
            <a:off x="2262147" y="944778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Triangolo 12">
            <a:extLst>
              <a:ext uri="{FF2B5EF4-FFF2-40B4-BE49-F238E27FC236}">
                <a16:creationId xmlns:a16="http://schemas.microsoft.com/office/drawing/2014/main" id="{7A47C6B8-6205-E5FC-FDD9-04867D1963D2}"/>
              </a:ext>
            </a:extLst>
          </p:cNvPr>
          <p:cNvSpPr/>
          <p:nvPr/>
        </p:nvSpPr>
        <p:spPr>
          <a:xfrm rot="10800000">
            <a:off x="3063683" y="944779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Triangolo 13">
            <a:extLst>
              <a:ext uri="{FF2B5EF4-FFF2-40B4-BE49-F238E27FC236}">
                <a16:creationId xmlns:a16="http://schemas.microsoft.com/office/drawing/2014/main" id="{2F3D9660-5621-E9DC-DCD6-A2DA6919E4E3}"/>
              </a:ext>
            </a:extLst>
          </p:cNvPr>
          <p:cNvSpPr/>
          <p:nvPr/>
        </p:nvSpPr>
        <p:spPr>
          <a:xfrm rot="10800000">
            <a:off x="3847802" y="944778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Triangolo 14">
            <a:extLst>
              <a:ext uri="{FF2B5EF4-FFF2-40B4-BE49-F238E27FC236}">
                <a16:creationId xmlns:a16="http://schemas.microsoft.com/office/drawing/2014/main" id="{1F1ADC45-BADD-5095-F6C1-088DEB356876}"/>
              </a:ext>
            </a:extLst>
          </p:cNvPr>
          <p:cNvSpPr/>
          <p:nvPr/>
        </p:nvSpPr>
        <p:spPr>
          <a:xfrm rot="10800000">
            <a:off x="4597087" y="944779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Triangolo 15">
            <a:extLst>
              <a:ext uri="{FF2B5EF4-FFF2-40B4-BE49-F238E27FC236}">
                <a16:creationId xmlns:a16="http://schemas.microsoft.com/office/drawing/2014/main" id="{B6896977-C715-B11E-3EF8-2AB617683A8D}"/>
              </a:ext>
            </a:extLst>
          </p:cNvPr>
          <p:cNvSpPr/>
          <p:nvPr/>
        </p:nvSpPr>
        <p:spPr>
          <a:xfrm rot="10800000">
            <a:off x="5346372" y="944778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Triangolo 16">
            <a:extLst>
              <a:ext uri="{FF2B5EF4-FFF2-40B4-BE49-F238E27FC236}">
                <a16:creationId xmlns:a16="http://schemas.microsoft.com/office/drawing/2014/main" id="{3295CA27-F500-B136-1657-2F01F332A35D}"/>
              </a:ext>
            </a:extLst>
          </p:cNvPr>
          <p:cNvSpPr/>
          <p:nvPr/>
        </p:nvSpPr>
        <p:spPr>
          <a:xfrm rot="10800000">
            <a:off x="6130491" y="944779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Triangolo 17">
            <a:extLst>
              <a:ext uri="{FF2B5EF4-FFF2-40B4-BE49-F238E27FC236}">
                <a16:creationId xmlns:a16="http://schemas.microsoft.com/office/drawing/2014/main" id="{E4E65D7D-CD3E-A09A-3277-3838F9C3926E}"/>
              </a:ext>
            </a:extLst>
          </p:cNvPr>
          <p:cNvSpPr/>
          <p:nvPr/>
        </p:nvSpPr>
        <p:spPr>
          <a:xfrm rot="10800000">
            <a:off x="6844942" y="944778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Triangolo 18">
            <a:extLst>
              <a:ext uri="{FF2B5EF4-FFF2-40B4-BE49-F238E27FC236}">
                <a16:creationId xmlns:a16="http://schemas.microsoft.com/office/drawing/2014/main" id="{FCF83D9B-EDF2-5A35-4042-3E9E346CF0A2}"/>
              </a:ext>
            </a:extLst>
          </p:cNvPr>
          <p:cNvSpPr/>
          <p:nvPr/>
        </p:nvSpPr>
        <p:spPr>
          <a:xfrm rot="10800000">
            <a:off x="7638155" y="944777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Triangolo 19">
            <a:extLst>
              <a:ext uri="{FF2B5EF4-FFF2-40B4-BE49-F238E27FC236}">
                <a16:creationId xmlns:a16="http://schemas.microsoft.com/office/drawing/2014/main" id="{DC0B9E69-1B4F-14F8-D165-AE8FE66FBCD8}"/>
              </a:ext>
            </a:extLst>
          </p:cNvPr>
          <p:cNvSpPr/>
          <p:nvPr/>
        </p:nvSpPr>
        <p:spPr>
          <a:xfrm rot="10800000">
            <a:off x="9188934" y="944777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Triangolo 20">
            <a:extLst>
              <a:ext uri="{FF2B5EF4-FFF2-40B4-BE49-F238E27FC236}">
                <a16:creationId xmlns:a16="http://schemas.microsoft.com/office/drawing/2014/main" id="{33A21B2D-0B37-EB1D-632C-C30F0DB22995}"/>
              </a:ext>
            </a:extLst>
          </p:cNvPr>
          <p:cNvSpPr/>
          <p:nvPr/>
        </p:nvSpPr>
        <p:spPr>
          <a:xfrm rot="10800000">
            <a:off x="8474483" y="944779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Triangolo 21">
            <a:extLst>
              <a:ext uri="{FF2B5EF4-FFF2-40B4-BE49-F238E27FC236}">
                <a16:creationId xmlns:a16="http://schemas.microsoft.com/office/drawing/2014/main" id="{64B4AB0C-7AA2-809D-363F-ABAD62114445}"/>
              </a:ext>
            </a:extLst>
          </p:cNvPr>
          <p:cNvSpPr/>
          <p:nvPr/>
        </p:nvSpPr>
        <p:spPr>
          <a:xfrm rot="10800000">
            <a:off x="9982147" y="944775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Triangolo 23">
            <a:extLst>
              <a:ext uri="{FF2B5EF4-FFF2-40B4-BE49-F238E27FC236}">
                <a16:creationId xmlns:a16="http://schemas.microsoft.com/office/drawing/2014/main" id="{E297C93A-0FAA-0E26-2D5A-EB1D25F90BE5}"/>
              </a:ext>
            </a:extLst>
          </p:cNvPr>
          <p:cNvSpPr/>
          <p:nvPr/>
        </p:nvSpPr>
        <p:spPr>
          <a:xfrm rot="10800000">
            <a:off x="10670427" y="944777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6" name="Immagine 25">
            <a:extLst>
              <a:ext uri="{FF2B5EF4-FFF2-40B4-BE49-F238E27FC236}">
                <a16:creationId xmlns:a16="http://schemas.microsoft.com/office/drawing/2014/main" id="{3F41F52D-ABDF-E7AE-13EE-28CA847D21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8618"/>
          <a:stretch>
            <a:fillRect/>
          </a:stretch>
        </p:blipFill>
        <p:spPr>
          <a:xfrm>
            <a:off x="1230519" y="3905526"/>
            <a:ext cx="7772400" cy="1163431"/>
          </a:xfrm>
          <a:prstGeom prst="rect">
            <a:avLst/>
          </a:prstGeom>
        </p:spPr>
      </p:pic>
      <p:pic>
        <p:nvPicPr>
          <p:cNvPr id="27" name="Immagine 26">
            <a:extLst>
              <a:ext uri="{FF2B5EF4-FFF2-40B4-BE49-F238E27FC236}">
                <a16:creationId xmlns:a16="http://schemas.microsoft.com/office/drawing/2014/main" id="{F00F9073-F3EF-DEF3-3C24-E847F158C7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618"/>
          <a:stretch>
            <a:fillRect/>
          </a:stretch>
        </p:blipFill>
        <p:spPr>
          <a:xfrm>
            <a:off x="1230519" y="5553580"/>
            <a:ext cx="7772400" cy="1163432"/>
          </a:xfrm>
          <a:prstGeom prst="rect">
            <a:avLst/>
          </a:prstGeom>
        </p:spPr>
      </p:pic>
      <p:sp>
        <p:nvSpPr>
          <p:cNvPr id="28" name="Rettangolo 27">
            <a:extLst>
              <a:ext uri="{FF2B5EF4-FFF2-40B4-BE49-F238E27FC236}">
                <a16:creationId xmlns:a16="http://schemas.microsoft.com/office/drawing/2014/main" id="{47B2448C-0E8D-E7F1-56C3-8E76E7DAD706}"/>
              </a:ext>
            </a:extLst>
          </p:cNvPr>
          <p:cNvSpPr/>
          <p:nvPr/>
        </p:nvSpPr>
        <p:spPr>
          <a:xfrm>
            <a:off x="1230700" y="3522882"/>
            <a:ext cx="7772219" cy="4180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Triangolo 28">
            <a:extLst>
              <a:ext uri="{FF2B5EF4-FFF2-40B4-BE49-F238E27FC236}">
                <a16:creationId xmlns:a16="http://schemas.microsoft.com/office/drawing/2014/main" id="{1314AAEB-8748-CB5E-9E86-3EA3D537952F}"/>
              </a:ext>
            </a:extLst>
          </p:cNvPr>
          <p:cNvSpPr/>
          <p:nvPr/>
        </p:nvSpPr>
        <p:spPr>
          <a:xfrm rot="10800000">
            <a:off x="1362167" y="3740988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Triangolo 29">
            <a:extLst>
              <a:ext uri="{FF2B5EF4-FFF2-40B4-BE49-F238E27FC236}">
                <a16:creationId xmlns:a16="http://schemas.microsoft.com/office/drawing/2014/main" id="{CA815475-B1D0-6288-0D41-9A05CEE1C1DB}"/>
              </a:ext>
            </a:extLst>
          </p:cNvPr>
          <p:cNvSpPr/>
          <p:nvPr/>
        </p:nvSpPr>
        <p:spPr>
          <a:xfrm rot="10800000">
            <a:off x="2040758" y="3740987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Triangolo 30">
            <a:extLst>
              <a:ext uri="{FF2B5EF4-FFF2-40B4-BE49-F238E27FC236}">
                <a16:creationId xmlns:a16="http://schemas.microsoft.com/office/drawing/2014/main" id="{41C45984-6AC7-500A-E235-B89F48EEE571}"/>
              </a:ext>
            </a:extLst>
          </p:cNvPr>
          <p:cNvSpPr/>
          <p:nvPr/>
        </p:nvSpPr>
        <p:spPr>
          <a:xfrm rot="10800000">
            <a:off x="2755208" y="3740329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Triangolo 31">
            <a:extLst>
              <a:ext uri="{FF2B5EF4-FFF2-40B4-BE49-F238E27FC236}">
                <a16:creationId xmlns:a16="http://schemas.microsoft.com/office/drawing/2014/main" id="{E1830FA9-458C-88AF-B6F9-A58393DB05F3}"/>
              </a:ext>
            </a:extLst>
          </p:cNvPr>
          <p:cNvSpPr/>
          <p:nvPr/>
        </p:nvSpPr>
        <p:spPr>
          <a:xfrm rot="10800000">
            <a:off x="3407255" y="3739013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Triangolo 32">
            <a:extLst>
              <a:ext uri="{FF2B5EF4-FFF2-40B4-BE49-F238E27FC236}">
                <a16:creationId xmlns:a16="http://schemas.microsoft.com/office/drawing/2014/main" id="{1E709F2F-BE8B-B34D-833F-317514AF1EE1}"/>
              </a:ext>
            </a:extLst>
          </p:cNvPr>
          <p:cNvSpPr/>
          <p:nvPr/>
        </p:nvSpPr>
        <p:spPr>
          <a:xfrm rot="10800000">
            <a:off x="4156540" y="3739014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Triangolo 33">
            <a:extLst>
              <a:ext uri="{FF2B5EF4-FFF2-40B4-BE49-F238E27FC236}">
                <a16:creationId xmlns:a16="http://schemas.microsoft.com/office/drawing/2014/main" id="{A196ED1B-31A5-4A8F-91AE-9EFEE9A8EAEF}"/>
              </a:ext>
            </a:extLst>
          </p:cNvPr>
          <p:cNvSpPr/>
          <p:nvPr/>
        </p:nvSpPr>
        <p:spPr>
          <a:xfrm rot="10800000">
            <a:off x="4912553" y="3738565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Triangolo 34">
            <a:extLst>
              <a:ext uri="{FF2B5EF4-FFF2-40B4-BE49-F238E27FC236}">
                <a16:creationId xmlns:a16="http://schemas.microsoft.com/office/drawing/2014/main" id="{3F8910D2-CDAF-0A2E-12EC-0672DAA3A9A0}"/>
              </a:ext>
            </a:extLst>
          </p:cNvPr>
          <p:cNvSpPr/>
          <p:nvPr/>
        </p:nvSpPr>
        <p:spPr>
          <a:xfrm rot="10800000">
            <a:off x="5618387" y="3738117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Triangolo 35">
            <a:extLst>
              <a:ext uri="{FF2B5EF4-FFF2-40B4-BE49-F238E27FC236}">
                <a16:creationId xmlns:a16="http://schemas.microsoft.com/office/drawing/2014/main" id="{554ACB75-B655-2431-A9EC-172FD4C5F74B}"/>
              </a:ext>
            </a:extLst>
          </p:cNvPr>
          <p:cNvSpPr/>
          <p:nvPr/>
        </p:nvSpPr>
        <p:spPr>
          <a:xfrm rot="10800000">
            <a:off x="6270083" y="3738116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Triangolo 36">
            <a:extLst>
              <a:ext uri="{FF2B5EF4-FFF2-40B4-BE49-F238E27FC236}">
                <a16:creationId xmlns:a16="http://schemas.microsoft.com/office/drawing/2014/main" id="{2C7615A4-42E6-C806-C0C6-249170B5DFEB}"/>
              </a:ext>
            </a:extLst>
          </p:cNvPr>
          <p:cNvSpPr/>
          <p:nvPr/>
        </p:nvSpPr>
        <p:spPr>
          <a:xfrm rot="10800000">
            <a:off x="7054333" y="3738115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Triangolo 37">
            <a:extLst>
              <a:ext uri="{FF2B5EF4-FFF2-40B4-BE49-F238E27FC236}">
                <a16:creationId xmlns:a16="http://schemas.microsoft.com/office/drawing/2014/main" id="{747964FE-66B2-B7FE-87FD-4519F6930DD7}"/>
              </a:ext>
            </a:extLst>
          </p:cNvPr>
          <p:cNvSpPr/>
          <p:nvPr/>
        </p:nvSpPr>
        <p:spPr>
          <a:xfrm rot="10800000">
            <a:off x="8372983" y="3731887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Triangolo 38">
            <a:extLst>
              <a:ext uri="{FF2B5EF4-FFF2-40B4-BE49-F238E27FC236}">
                <a16:creationId xmlns:a16="http://schemas.microsoft.com/office/drawing/2014/main" id="{D9676753-2F83-883A-1402-B2BF31EE729B}"/>
              </a:ext>
            </a:extLst>
          </p:cNvPr>
          <p:cNvSpPr/>
          <p:nvPr/>
        </p:nvSpPr>
        <p:spPr>
          <a:xfrm rot="10800000">
            <a:off x="7731478" y="3738341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896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29A93EDF-5E9B-B92C-2E5A-8DF974AC06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784" b="43745"/>
          <a:stretch>
            <a:fillRect/>
          </a:stretch>
        </p:blipFill>
        <p:spPr>
          <a:xfrm>
            <a:off x="461683" y="1184502"/>
            <a:ext cx="7556044" cy="1572145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C16FDF7F-BD6F-AB18-3227-198ABD15D5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510" r="2784"/>
          <a:stretch>
            <a:fillRect/>
          </a:stretch>
        </p:blipFill>
        <p:spPr>
          <a:xfrm>
            <a:off x="461683" y="2931458"/>
            <a:ext cx="7556044" cy="1047709"/>
          </a:xfrm>
          <a:prstGeom prst="rect">
            <a:avLst/>
          </a:prstGeom>
        </p:spPr>
      </p:pic>
      <p:sp>
        <p:nvSpPr>
          <p:cNvPr id="6" name="Triangolo 5">
            <a:extLst>
              <a:ext uri="{FF2B5EF4-FFF2-40B4-BE49-F238E27FC236}">
                <a16:creationId xmlns:a16="http://schemas.microsoft.com/office/drawing/2014/main" id="{C5847A38-87A4-77ED-6677-E1C81E56A566}"/>
              </a:ext>
            </a:extLst>
          </p:cNvPr>
          <p:cNvSpPr/>
          <p:nvPr/>
        </p:nvSpPr>
        <p:spPr>
          <a:xfrm rot="10800000">
            <a:off x="1034567" y="1335412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Triangolo 6">
            <a:extLst>
              <a:ext uri="{FF2B5EF4-FFF2-40B4-BE49-F238E27FC236}">
                <a16:creationId xmlns:a16="http://schemas.microsoft.com/office/drawing/2014/main" id="{FA7B29AB-F10B-396D-67D0-79A56547EEB2}"/>
              </a:ext>
            </a:extLst>
          </p:cNvPr>
          <p:cNvSpPr/>
          <p:nvPr/>
        </p:nvSpPr>
        <p:spPr>
          <a:xfrm rot="10800000">
            <a:off x="1945248" y="1335411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Triangolo 10">
            <a:extLst>
              <a:ext uri="{FF2B5EF4-FFF2-40B4-BE49-F238E27FC236}">
                <a16:creationId xmlns:a16="http://schemas.microsoft.com/office/drawing/2014/main" id="{A0F70AC3-8892-3C45-0372-7AC6F7970657}"/>
              </a:ext>
            </a:extLst>
          </p:cNvPr>
          <p:cNvSpPr/>
          <p:nvPr/>
        </p:nvSpPr>
        <p:spPr>
          <a:xfrm rot="10800000">
            <a:off x="2815045" y="1342848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Triangolo 11">
            <a:extLst>
              <a:ext uri="{FF2B5EF4-FFF2-40B4-BE49-F238E27FC236}">
                <a16:creationId xmlns:a16="http://schemas.microsoft.com/office/drawing/2014/main" id="{7D172F76-6321-7FA1-2335-C64F6864A48D}"/>
              </a:ext>
            </a:extLst>
          </p:cNvPr>
          <p:cNvSpPr/>
          <p:nvPr/>
        </p:nvSpPr>
        <p:spPr>
          <a:xfrm rot="10800000">
            <a:off x="3725726" y="1342847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Triangolo 12">
            <a:extLst>
              <a:ext uri="{FF2B5EF4-FFF2-40B4-BE49-F238E27FC236}">
                <a16:creationId xmlns:a16="http://schemas.microsoft.com/office/drawing/2014/main" id="{27DC8CB6-A27E-60E2-06B1-37A6F2120886}"/>
              </a:ext>
            </a:extLst>
          </p:cNvPr>
          <p:cNvSpPr/>
          <p:nvPr/>
        </p:nvSpPr>
        <p:spPr>
          <a:xfrm rot="10800000">
            <a:off x="4576864" y="1335412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Triangolo 13">
            <a:extLst>
              <a:ext uri="{FF2B5EF4-FFF2-40B4-BE49-F238E27FC236}">
                <a16:creationId xmlns:a16="http://schemas.microsoft.com/office/drawing/2014/main" id="{DFF7B430-D366-564F-DB11-5B2DB87AC28F}"/>
              </a:ext>
            </a:extLst>
          </p:cNvPr>
          <p:cNvSpPr/>
          <p:nvPr/>
        </p:nvSpPr>
        <p:spPr>
          <a:xfrm rot="10800000">
            <a:off x="5487545" y="1335411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Triangolo 14">
            <a:extLst>
              <a:ext uri="{FF2B5EF4-FFF2-40B4-BE49-F238E27FC236}">
                <a16:creationId xmlns:a16="http://schemas.microsoft.com/office/drawing/2014/main" id="{1DE3213F-9D93-E922-8DEE-FEA993BB53F8}"/>
              </a:ext>
            </a:extLst>
          </p:cNvPr>
          <p:cNvSpPr/>
          <p:nvPr/>
        </p:nvSpPr>
        <p:spPr>
          <a:xfrm rot="10800000">
            <a:off x="6357342" y="1342848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Triangolo 15">
            <a:extLst>
              <a:ext uri="{FF2B5EF4-FFF2-40B4-BE49-F238E27FC236}">
                <a16:creationId xmlns:a16="http://schemas.microsoft.com/office/drawing/2014/main" id="{590C9ACF-47FE-BA5D-0E39-FAE646A43D0F}"/>
              </a:ext>
            </a:extLst>
          </p:cNvPr>
          <p:cNvSpPr/>
          <p:nvPr/>
        </p:nvSpPr>
        <p:spPr>
          <a:xfrm rot="10800000">
            <a:off x="7268023" y="1342847"/>
            <a:ext cx="186647" cy="167409"/>
          </a:xfrm>
          <a:prstGeom prst="triangle">
            <a:avLst/>
          </a:prstGeom>
          <a:solidFill>
            <a:srgbClr val="13FE1C"/>
          </a:solidFill>
          <a:ln>
            <a:solidFill>
              <a:srgbClr val="13F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0538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2022">
  <a:themeElements>
    <a:clrScheme name="Office 2013 - Tema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1404</TotalTime>
  <Words>1</Words>
  <Application>Microsoft Macintosh PowerPoint</Application>
  <PresentationFormat>Widescreen</PresentationFormat>
  <Paragraphs>1</Paragraphs>
  <Slides>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10" baseType="lpstr">
      <vt:lpstr>Aptos Narrow</vt:lpstr>
      <vt:lpstr>Arial</vt:lpstr>
      <vt:lpstr>Calibri</vt:lpstr>
      <vt:lpstr>Calibri Light</vt:lpstr>
      <vt:lpstr>Office 2013 - Tema 2022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GIORDANO BARGAGNA</dc:creator>
  <cp:lastModifiedBy>GIORDANO BARGAGNA</cp:lastModifiedBy>
  <cp:revision>11</cp:revision>
  <dcterms:created xsi:type="dcterms:W3CDTF">2022-06-22T14:37:55Z</dcterms:created>
  <dcterms:modified xsi:type="dcterms:W3CDTF">2026-05-21T14:52:22Z</dcterms:modified>
</cp:coreProperties>
</file>