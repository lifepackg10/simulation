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F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02"/>
    <p:restoredTop sz="95976"/>
  </p:normalViewPr>
  <p:slideViewPr>
    <p:cSldViewPr snapToGrid="0" snapToObjects="1">
      <p:cViewPr varScale="1">
        <p:scale>
          <a:sx n="127" d="100"/>
          <a:sy n="127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959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34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049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5504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223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494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34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9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187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9635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310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32089-72E9-A248-9C58-9364FA92B6FF}" type="datetimeFigureOut">
              <a:rPr lang="it-IT" smtClean="0"/>
              <a:t>18/05/26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4C0C6-95BE-DB4B-856E-FF483053C65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683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Foglio_di_lavoro_di_Microsoft_Excel.xls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>
            <a:extLst>
              <a:ext uri="{FF2B5EF4-FFF2-40B4-BE49-F238E27FC236}">
                <a16:creationId xmlns:a16="http://schemas.microsoft.com/office/drawing/2014/main" id="{9BAAABCC-8935-FCA1-F0D5-591905678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506176"/>
              </p:ext>
            </p:extLst>
          </p:nvPr>
        </p:nvGraphicFramePr>
        <p:xfrm>
          <a:off x="844061" y="352232"/>
          <a:ext cx="7591425" cy="638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2" imgW="6007100" imgH="4076700" progId="Excel.Sheet.12">
                  <p:embed/>
                </p:oleObj>
              </mc:Choice>
              <mc:Fallback>
                <p:oleObj name="Foglio di lavoro" r:id="rId2" imgW="6007100" imgH="4076700" progId="Excel.Sheet.12">
                  <p:embed/>
                  <p:pic>
                    <p:nvPicPr>
                      <p:cNvPr id="4" name="Oggetto 3">
                        <a:extLst>
                          <a:ext uri="{FF2B5EF4-FFF2-40B4-BE49-F238E27FC236}">
                            <a16:creationId xmlns:a16="http://schemas.microsoft.com/office/drawing/2014/main" id="{9BAAABCC-8935-FCA1-F0D5-591905678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4061" y="352232"/>
                        <a:ext cx="7591425" cy="638016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CED275A7-647B-0C7E-0D62-073C234E6650}"/>
              </a:ext>
            </a:extLst>
          </p:cNvPr>
          <p:cNvSpPr/>
          <p:nvPr/>
        </p:nvSpPr>
        <p:spPr>
          <a:xfrm>
            <a:off x="401934" y="351692"/>
            <a:ext cx="442127" cy="15927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600" dirty="0"/>
              <a:t>HR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CDB01EB-5BEE-37B9-2BE4-79A0FA607506}"/>
              </a:ext>
            </a:extLst>
          </p:cNvPr>
          <p:cNvSpPr/>
          <p:nvPr/>
        </p:nvSpPr>
        <p:spPr>
          <a:xfrm>
            <a:off x="401934" y="1949258"/>
            <a:ext cx="442127" cy="159278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000" dirty="0"/>
              <a:t>SpO</a:t>
            </a:r>
            <a:r>
              <a:rPr lang="it-IT" sz="1000" baseline="-25000" dirty="0"/>
              <a:t>2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9388471-678C-123B-6EB5-76E16181BDD7}"/>
              </a:ext>
            </a:extLst>
          </p:cNvPr>
          <p:cNvSpPr/>
          <p:nvPr/>
        </p:nvSpPr>
        <p:spPr>
          <a:xfrm>
            <a:off x="401934" y="5134828"/>
            <a:ext cx="442127" cy="159278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1000" dirty="0"/>
              <a:t>NIBP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AADE8B3-59D8-3E86-6408-4C53BD8633C2}"/>
              </a:ext>
            </a:extLst>
          </p:cNvPr>
          <p:cNvSpPr/>
          <p:nvPr/>
        </p:nvSpPr>
        <p:spPr>
          <a:xfrm>
            <a:off x="401934" y="3542043"/>
            <a:ext cx="442127" cy="15927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sz="800" dirty="0"/>
              <a:t>EtCO</a:t>
            </a:r>
            <a:r>
              <a:rPr lang="it-IT" sz="800" baseline="-25000" dirty="0"/>
              <a:t>2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C649DC7-8A2E-CE80-D2FB-CE03C3DBBCEA}"/>
              </a:ext>
            </a:extLst>
          </p:cNvPr>
          <p:cNvSpPr/>
          <p:nvPr/>
        </p:nvSpPr>
        <p:spPr>
          <a:xfrm>
            <a:off x="1873770" y="569626"/>
            <a:ext cx="239842" cy="616276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BB9D2BC-1E9F-966B-BA65-63FB464D08F5}"/>
              </a:ext>
            </a:extLst>
          </p:cNvPr>
          <p:cNvSpPr/>
          <p:nvPr/>
        </p:nvSpPr>
        <p:spPr>
          <a:xfrm>
            <a:off x="8589364" y="134911"/>
            <a:ext cx="3417757" cy="6597484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72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07 -0.01597 L 0.54844 -0.01597 " pathEditMode="relative" rAng="0" ptsTypes="AA">
                                      <p:cBhvr>
                                        <p:cTn id="6" dur="6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3A99D19-CA4E-EF30-3BB5-371BE55E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50" y="2730500"/>
            <a:ext cx="7327900" cy="1397000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B4F0D3CE-DCC8-FD6B-9583-E140ACB3FA23}"/>
              </a:ext>
            </a:extLst>
          </p:cNvPr>
          <p:cNvGrpSpPr/>
          <p:nvPr/>
        </p:nvGrpSpPr>
        <p:grpSpPr>
          <a:xfrm>
            <a:off x="2432050" y="1333500"/>
            <a:ext cx="7327900" cy="1397000"/>
            <a:chOff x="2432050" y="1333500"/>
            <a:chExt cx="7327900" cy="1397000"/>
          </a:xfrm>
        </p:grpSpPr>
        <p:pic>
          <p:nvPicPr>
            <p:cNvPr id="6" name="Immagine 5">
              <a:extLst>
                <a:ext uri="{FF2B5EF4-FFF2-40B4-BE49-F238E27FC236}">
                  <a16:creationId xmlns:a16="http://schemas.microsoft.com/office/drawing/2014/main" id="{90F9CBC2-4866-7E2F-98C1-94DFCE18B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2050" y="1333500"/>
              <a:ext cx="3783220" cy="1397000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25255E53-5245-C94A-7C10-069787810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1333500"/>
              <a:ext cx="3663950" cy="1397000"/>
            </a:xfrm>
            <a:prstGeom prst="rect">
              <a:avLst/>
            </a:prstGeom>
          </p:spPr>
        </p:pic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ED7D23D-6667-FCA6-3DBA-9CCC677EF41A}"/>
              </a:ext>
            </a:extLst>
          </p:cNvPr>
          <p:cNvGrpSpPr/>
          <p:nvPr/>
        </p:nvGrpSpPr>
        <p:grpSpPr>
          <a:xfrm>
            <a:off x="2439096" y="4005371"/>
            <a:ext cx="7313808" cy="1332658"/>
            <a:chOff x="2439096" y="4005371"/>
            <a:chExt cx="7313808" cy="1332658"/>
          </a:xfrm>
        </p:grpSpPr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79B93714-C500-A224-4CD6-B17AF7A2B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70" t="-5966" r="4449" b="5966"/>
            <a:stretch>
              <a:fillRect/>
            </a:stretch>
          </p:blipFill>
          <p:spPr>
            <a:xfrm>
              <a:off x="2439096" y="4005372"/>
              <a:ext cx="3656904" cy="1332657"/>
            </a:xfrm>
            <a:prstGeom prst="rect">
              <a:avLst/>
            </a:prstGeom>
          </p:spPr>
        </p:pic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C69D32E8-C769-CEFE-AF43-2532812E5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70" t="-5966" r="4449" b="5966"/>
            <a:stretch>
              <a:fillRect/>
            </a:stretch>
          </p:blipFill>
          <p:spPr>
            <a:xfrm>
              <a:off x="5906125" y="4005371"/>
              <a:ext cx="3846779" cy="1332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9732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</TotalTime>
  <Words>4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2013 - Tema 2022</vt:lpstr>
      <vt:lpstr>Foglio di lavoro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GIORDANO BARGAGNA</dc:creator>
  <cp:lastModifiedBy>GIORDANO BARGAGNA</cp:lastModifiedBy>
  <cp:revision>8</cp:revision>
  <dcterms:created xsi:type="dcterms:W3CDTF">2022-06-22T14:37:55Z</dcterms:created>
  <dcterms:modified xsi:type="dcterms:W3CDTF">2026-05-18T16:42:07Z</dcterms:modified>
</cp:coreProperties>
</file>